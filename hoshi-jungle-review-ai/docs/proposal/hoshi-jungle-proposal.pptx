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システムはすでに完成しています。本日は、実際の画面を見ていただくのが目的です。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ここは「困っているはず」と決めつけず、よくある状態として置いています。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ここでWebデモのURLを開いて、実際に操作してもらうのが一番伝わります。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返金や補償の約束はしません。事実の創作もしません。制約として組み込んであります。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管理費は0円のまま。返信数だけ、AIの実費で増やせるという説明の仕方が伝わりやすい。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①だけでも先にいただければ、Google社への申請準備を始められます。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LEAVES BALI  →  HOSHI JUNGLE 御中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65960"/>
            <a:ext cx="10058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クチコミ返信を、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834640"/>
            <a:ext cx="10058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FC7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取りこぼさない。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886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FC2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Googleマップに届く日本語・英語・インドネシア語のクチコミに、AIが返信の下書きを用意します。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FC2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公開するかどうかを決めるのは、いつでもスタッフの方です。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5029200"/>
            <a:ext cx="2926080" cy="0"/>
          </a:xfrm>
          <a:prstGeom prst="line">
            <a:avLst/>
          </a:prstGeom>
          <a:noFill/>
          <a:ln w="12700">
            <a:solidFill>
              <a:srgbClr val="2E46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5230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Hoshi Jungle Review AI   ご提案 · 2026年9月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返信が止まるのは、書けないからではありません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宿泊施設のクチコミ運用でよく起きている状態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7899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2402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665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言語が混ざる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74920" y="208483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日本語・英語・インドネシア語が同じ画面に並びます。その言語で書ける人が、その日いるとは限りません。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246120"/>
            <a:ext cx="107899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36576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4838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文面を考える時間が要る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350215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1件あたり数分でも、積み重なると手が回りません。「あとで」が積み上がっていきます。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663440"/>
            <a:ext cx="107899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749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9011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低評価ほど後回しになる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491947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本当は真っ先に返したい低評価ほど、文面に悩んで時間がかかります。その間も検討中の方が読んでいます。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Leaves Bali  ·  Hoshi Jungle Review AI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5613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このシステムがすること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できることは3つだけです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137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2860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926080"/>
            <a:ext cx="259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5か国語に、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届いた言語で返す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931920"/>
            <a:ext cx="259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日本語・英語・インドネシア語・中国語・韓国語。バリ島の来訪者数の実績にもとづいて選びました。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3880" y="1874520"/>
            <a:ext cx="34137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5360" y="22860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853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85360" y="2926080"/>
            <a:ext cx="259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3つの案から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選ぶだけ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85360" y="3931920"/>
            <a:ext cx="259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丁寧・標準・簡潔の3案を用意します。書き直すのではなく選ぶだけ。公開はボタンを押したときだけです。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1960" y="1874520"/>
            <a:ext cx="34137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73440" y="22860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9A7A32"/>
          </a:solidFill>
          <a:ln w="12700">
            <a:solidFill>
              <a:srgbClr val="9A7A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734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73440" y="2926080"/>
            <a:ext cx="259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管理費は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いただきません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73440" y="3931920"/>
            <a:ext cx="259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月額の管理費・保守費はありません。サーバー代もかかりません。ホテル様のご負担は0円です。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Leaves Bali  ·  Hoshi Jungle Review AI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5613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スタッフが毎朝ひらく画面です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90195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3272" y="17922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新しいクチコミは毎時間、自動で集まります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" y="23591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AIの返信案がすでに入っています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03580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2926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言語ごとにタブで分けて確認できます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60273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3272" y="34930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低評価とインドネシア語は「要確認」に分けて表示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4348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この画面は実物です。デモでは文章を書き換えたり、公開ボタンを押したりして、実際に触っていただけます。</a:t>
            </a:r>
            <a:endParaRPr lang="en-US" sz="1150" dirty="0"/>
          </a:p>
        </p:txBody>
      </p:sp>
      <p:pic>
        <p:nvPicPr>
          <p:cNvPr id="12" name="Image 0" descr="/tmp/claude-0/slide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757" y="566928"/>
            <a:ext cx="5229963" cy="56692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Leaves Bali  ·  Hoshi Jungle Review AI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5613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AIが書く返信は、こういう文章です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評点に応じて書き分けます。下はデモ用のサンプルです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120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1832" y="20848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7A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田中 美咲 · 日本語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423160"/>
            <a:ext cx="4700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プールからの景色が最高でした。スタッフの方もとても親切です。また行きたいです。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3246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611880"/>
            <a:ext cx="5212080" cy="2057400"/>
          </a:xfrm>
          <a:prstGeom prst="roundRect">
            <a:avLst>
              <a:gd name="adj" fmla="val 2667"/>
            </a:avLst>
          </a:prstGeom>
          <a:solidFill>
            <a:srgbClr val="DDEAE2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" y="3749040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5C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AIが作成した返信案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41832" y="4059936"/>
            <a:ext cx="47000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田中様、ありがとうございます。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プールからの眺めを気に入っていただけて何よりです。スタッフにも伝えます。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またのお越しをお待ちしております。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Hoshi Jungle Team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5742432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5つ星 → 何を喜んでくれたかに具体的に触れて感謝する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1965960"/>
            <a:ext cx="52120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9672" y="20848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7A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Michael R. · English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2423160"/>
            <a:ext cx="4700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 room wasn't clean when we arrived and the AC didn't work.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246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212080" cy="2057400"/>
          </a:xfrm>
          <a:prstGeom prst="roundRect">
            <a:avLst>
              <a:gd name="adj" fmla="val 2667"/>
            </a:avLst>
          </a:prstGeom>
          <a:solidFill>
            <a:srgbClr val="DDEAE2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19672" y="3749040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5C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AIが作成した返信案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4059936"/>
            <a:ext cx="47000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Michael, I am sorry.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 room should have been clean, and the air conditioning should have been working. We have raised both with our team.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Please contact us at stay@hoshijungle.com so we can put this right.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Hoshi Jungle Team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19672" y="5742432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1〜2つ星 → 言い訳せず謝罪し、対応と連絡先を示す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Leaves Bali  ·  Hoshi Jungle Review AI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5613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読む、直す、押す。それだけです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専門知識は要りません。パソコンでもスマートフォンでも同じように使えます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4137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2402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788920"/>
            <a:ext cx="268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開く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9184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配られたURLを開き、パスコードを入力します。Googleアカウントは必要ありません。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3880" y="1920240"/>
            <a:ext cx="34137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9640" y="22402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396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39640" y="2788920"/>
            <a:ext cx="268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読んで、必要なら直す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39640" y="329184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AIの返信案がすでに入っています。そのままでよければ何もしません。書き換えもその場でできます。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1960" y="1920240"/>
            <a:ext cx="34137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7720" y="22402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2772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27720" y="2788920"/>
            <a:ext cx="268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公開する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27720" y="329184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ボタンを押すとGoogleマップに反映されます。返信しないクチコミは片付けられます。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663440"/>
            <a:ext cx="10789920" cy="960120"/>
          </a:xfrm>
          <a:prstGeom prst="roundRect">
            <a:avLst>
              <a:gd name="adj" fmla="val 5714"/>
            </a:avLst>
          </a:prstGeom>
          <a:solidFill>
            <a:srgbClr val="FAEFD9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4864608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A5A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スタッフの方はGoogleアカウント不要です。配布するパスコードだけで使えます。退職時はパスコードを作り直すだけで、その方は入れなくなります。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Leaves Bali  ·  Hoshi Jungle Review AI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5613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「AIが勝手なことを書く」が起きない理由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返信はGoogleマップに残り続けます。取り返しがつかないからこそ、止まる仕組みを先に入れてあります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24028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72184" y="22037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全件が下書きで止まる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72184" y="26243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自動公開は既定で切ってあります。人が押さないかぎり1件も出ません。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224028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6248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50024" y="22037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返金や補償を約束しない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50024" y="26243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金銭の判断はホテル様のものです。AIには書かせない制約を入れています。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393192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72184" y="38953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危ないクチコミは隔離する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72184" y="43159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低評価、衛生・盗難・法的措置の主張、返金要求は「要確認」に分けます。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6248" y="393192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6248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50024" y="38953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事実を作らない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50024" y="43159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いただいた情報にない設備・サービス・スタッフ名には触れません。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インドネシア語は現地の言い回しをAIに任せきれないため、自動公開の対象から外しています。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Leaves Bali  ·  Hoshi Jungle Review AI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5613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管理費はいただきません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月額の管理費・保守費はありません。返信数を増やしたいときだけ、AIの実費で上限を上げられます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9319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432304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F5C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pPr algn="ctr" indent="0" marL="0">
              <a:buNone/>
            </a:pPr>
            <a:r>
              <a:rPr lang="en-US" sz="22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円 / 月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041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毎月かかる費用はありません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920240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2877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内訳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2877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2877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月額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サーバー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84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画面の表示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5C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データベース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84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クチコミと返信の保存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5C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定期取得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84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毎時間の自動チェック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5C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Google連携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84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クチコミの取得・返信の投稿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5C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管理費・保守費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84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毎月の運用サポート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5C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AI（3案の作成）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84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月43件まで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5C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983480" y="477316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AIの利用分は無料枠の範囲で自動的に停止します。上限に達してもクチコミの取得は続き、手動での返信は可能です。上限は毎月1日にリセットされます。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193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返信が月43件で足りないときは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54681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AIの利用料だけを実費でお支払いいただければ、上限を上げられます。管理費は変わらず0円です。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89120" y="5157216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DDEAE2"/>
          </a:solidFill>
          <a:ln w="12700">
            <a:solidFill>
              <a:srgbClr val="A9C9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89120" y="52486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C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0円 / 月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54498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43件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57972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無料枠のまま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309360" y="5157216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09360" y="52486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約150円 / 月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54498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109件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57972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2.5倍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229600" y="5157216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0" y="52486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約300円 / 月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54498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219件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57972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5倍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0149840" y="5157216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149840" y="52486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約750円 / 月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149840" y="54498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549件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10149840" y="57972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12倍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Leaves Bali  ·  Hoshi Jungle Review AI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5613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ご承認をいただいてから、約1か月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システムはすでに完成しています。待ち時間のほとんどはGoogle社の審査です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975104"/>
            <a:ext cx="1691640" cy="384048"/>
          </a:xfrm>
          <a:prstGeom prst="roundRect">
            <a:avLst>
              <a:gd name="adj" fmla="val 2381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751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完了済み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920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システムの開発・検証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93852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画面、AIの返信生成、データベース、セキュリティまで構築と動作確認を終えています。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734056"/>
            <a:ext cx="10789920" cy="0"/>
          </a:xfrm>
          <a:prstGeom prst="line">
            <a:avLst/>
          </a:prstGeom>
          <a:noFill/>
          <a:ln w="12700">
            <a:solidFill>
              <a:srgbClr val="D8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935224"/>
            <a:ext cx="1691640" cy="384048"/>
          </a:xfrm>
          <a:prstGeom prst="roundRect">
            <a:avLst>
              <a:gd name="adj" fmla="val 23810"/>
            </a:avLst>
          </a:prstGeom>
          <a:solidFill>
            <a:srgbClr val="1F5C47"/>
          </a:solidFill>
          <a:ln w="12700">
            <a:solidFill>
              <a:srgbClr val="1F5C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93522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1日目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880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Google社へ利用申請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289864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クチコミの取得・返信にはGoogle社の承認が必要です。申請はこちらで行います。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694176"/>
            <a:ext cx="10789920" cy="0"/>
          </a:xfrm>
          <a:prstGeom prst="line">
            <a:avLst/>
          </a:prstGeom>
          <a:noFill/>
          <a:ln w="12700">
            <a:solidFill>
              <a:srgbClr val="D8E0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895344"/>
            <a:ext cx="1691640" cy="384048"/>
          </a:xfrm>
          <a:prstGeom prst="roundRect">
            <a:avLst>
              <a:gd name="adj" fmla="val 23810"/>
            </a:avLst>
          </a:prstGeom>
          <a:solidFill>
            <a:srgbClr val="E7ECE6"/>
          </a:solidFill>
          <a:ln w="12700">
            <a:solidFill>
              <a:srgbClr val="D8E0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89534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数日〜数週間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3840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審査待ち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385876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Google社の審査期間です。この間、ホテル様にしていただくことはありません。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654296"/>
            <a:ext cx="10789920" cy="0"/>
          </a:xfrm>
          <a:prstGeom prst="line">
            <a:avLst/>
          </a:prstGeom>
          <a:noFill/>
          <a:ln w="12700">
            <a:solidFill>
              <a:srgbClr val="D8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855464"/>
            <a:ext cx="1691640" cy="384048"/>
          </a:xfrm>
          <a:prstGeom prst="roundRect">
            <a:avLst>
              <a:gd name="adj" fmla="val 23810"/>
            </a:avLst>
          </a:prstGeom>
          <a:solidFill>
            <a:srgbClr val="9A7A32"/>
          </a:solidFill>
          <a:ln w="12700">
            <a:solidFill>
              <a:srgbClr val="9A7A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8554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承認後 30分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接続とお引き渡し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897880" y="48188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Hoshi Jungle様のアカウントで接続し、スタッフ用パスコードをお渡しします。当日から使えます。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Leaves Bali  ·  Hoshi Jungle Review AI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5613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ご承認いただけましたら、3点だけお願いします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911096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6FC7A1"/>
          </a:solidFill>
          <a:ln w="12700">
            <a:solidFill>
              <a:srgbClr val="6FC7A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911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C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Googleアカウントの確認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617720" y="1892808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FC2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ビジネスプロフィールを管理しているアカウントのメールアドレス。システムはHoshi Jungle様のアカウントで動かします。担当者が変わっても止まらない形にするためです。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3118104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6FC7A1"/>
          </a:solidFill>
          <a:ln w="12700">
            <a:solidFill>
              <a:srgbClr val="6FC7A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118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C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3081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設定作業の代行可否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099816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FC2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ご希望の場合は leavesbali@gmail.com を管理者として追加していただきます。パスワードをお伺いすることはありません。いつでも解除できます。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325112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6FC7A1"/>
          </a:solidFill>
          <a:ln w="12700">
            <a:solidFill>
              <a:srgbClr val="6FC7A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325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C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44168" y="428853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返信に使う情報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4306824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FC2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署名の名前、低評価時のご連絡先、お客様に伝えたい魅力を2〜3つ。これがAIの書ける範囲になります。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5623560"/>
            <a:ext cx="10789920" cy="0"/>
          </a:xfrm>
          <a:prstGeom prst="line">
            <a:avLst/>
          </a:prstGeom>
          <a:noFill/>
          <a:ln w="12700">
            <a:solidFill>
              <a:srgbClr val="2E46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5806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C7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Leaves Bali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5806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28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Hoshi Jungle Review AI — ご提案資料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Leaves Bali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Hoshi Jungle Review AI</dc:title>
  <dc:subject>PptxGenJS Presentation</dc:subject>
  <dc:creator>Leaves Bali</dc:creator>
  <cp:lastModifiedBy>Leaves Bali</cp:lastModifiedBy>
  <cp:revision>1</cp:revision>
  <dcterms:created xsi:type="dcterms:W3CDTF">2026-09-17T03:02:41Z</dcterms:created>
  <dcterms:modified xsi:type="dcterms:W3CDTF">2026-09-17T03:02:41Z</dcterms:modified>
</cp:coreProperties>
</file>