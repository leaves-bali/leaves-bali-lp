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システムはすでに完成しています。本日は、実際の画面を見ていただくのが目的です。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ここは「困っているはず」と決めつけず、よくある状態として置いています。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ここでWebデモのURLを開いて、実際に操作してもらうのが一番伝わります。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返金や補償の約束はしません。事実の創作もしません。制約として組み込んであります。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返信量を増やしたい場合は月数百円程度で拡張できます。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①だけでも先にいただければ、Google社への申請準備を始められます。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→  HOSHI JUNGLE 御中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96596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クチコミ返信を、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3464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取りこぼさない。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Googleマップに届く日本語・英語・インドネシア語のクチコミに、AIが返信の下書きを用意します。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公開するかどうかを決めるのは、いつでもスタッフの方です。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5029200"/>
            <a:ext cx="292608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  ご提案 · 2026年9月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返信が止まるのは、書けないからではありません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宿泊施設のクチコミ運用でよく起きている状態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66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言語が混ざる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08483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日本語・英語・インドネシア語が同じ画面に並びます。その言語で書ける人が、その日いるとは限りません。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4612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" y="365760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838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文面を考える時間が要る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5021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1件あたり数分でも、積み重なると手が回りません。「あとで」が積み上がっていきます。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848" y="5074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9848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01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低評価ほど後回しになる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91947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本当は真っ先に返したい低評価ほど、文面に悩んで時間がかかります。その間も検討中の方が読んでいます。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このシステムがすること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できることは3つだけです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届いた言語で、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そのまま返す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日本語には日本語、英語には英語、インドネシア語にはインドネシア語で返信案を作ります。翻訳の貼り付けではありません。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536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8536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勝手には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公開しない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8536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AIが書くのは下書きまで。スタッフが読んで、直して、ボタンを押して初めてGoogleに反映されます。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344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7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月額0円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サーバー・データベース・Google連携はすべて無料枠で運用します。追加のご負担はありません。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スタッフが毎朝ひらく画面です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0195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3272" y="17922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新しいクチコミは毎時間、自動で集まります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359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358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言語ごとにタブで分けて確認できます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602736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3272" y="3493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低評価とインドネシア語は「要確認」に分けて表示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34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この画面は実物です。デモでは文章を書き換えたり、公開ボタンを押したりして、実際に触っていただけます。</a:t>
            </a:r>
            <a:endParaRPr lang="en-US" sz="1150" dirty="0"/>
          </a:p>
        </p:txBody>
      </p:sp>
      <p:pic>
        <p:nvPicPr>
          <p:cNvPr id="12" name="Image 0" descr="/tmp/claude-0/slid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1522" y="566928"/>
            <a:ext cx="5254198" cy="56692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AIが書く返信は、こういう文章です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評点に応じて書き分けます。下はデモ用のサンプルです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21208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19933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美咲 · 日本語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331720"/>
            <a:ext cx="4700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ジャングルビューのプールが忘れられません。朝は鳥の声で目が覚めて、夜はカエルの合唱。スタッフの皆さんも本当に温かくて、バリで一番好きな場所になりました。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785616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3895344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4187952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田中様、こうしてお言葉を残してくださり、ありがとうございます。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鳥の声で目覚め、カエルの合唱で眠る——私たちがこの谷に宿をつくった理由を、そのまま言葉にしていただいたようです。スタッフにも必ず伝えます。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次にお越しの際は、霧が谷を渡る早朝の時間もぜひ。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5つ星 → 感謝と、次回の楽しみを一つだけ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874520"/>
            <a:ext cx="521208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19933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 R. · English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2331720"/>
            <a:ext cx="4700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Room wasn't clean on arrival and the AC in the bedroom didn't work for two nights. Staff were apologetic but nothing was actually fixed.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4747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785616"/>
            <a:ext cx="5212080" cy="1874520"/>
          </a:xfrm>
          <a:prstGeom prst="roundRect">
            <a:avLst>
              <a:gd name="adj" fmla="val 292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895344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187952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Michael, thank you for telling us — and I am sorry.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Arriving to a room that had not been properly cleaned, then two nights without working air conditioning, is not a stay we can be satisfied with.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 have taken both points to our housekeeping and engineering teams.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1〜2つ星 → 謝罪・事実の受け止め・具体的な対応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読む、直す、押す。それだけです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専門知識は要りません。パソコンでもスマートフォンでも同じように使えます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配られたURLを開き、パスコードを入力します。Googleアカウントは必要ありません。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3964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9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964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読んで、必要なら直す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3964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AIの返信案がすでに入っています。そのままでよければ何もしません。書き換えもその場でできます。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772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2772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2772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ボタンを押すとGoogleマップに反映されます。返信しないクチコミは片付けられます。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66344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AEFD9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864608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スタッフの方はGoogleアカウント不要です。配布するパスコードだけで使えます。退職時はパスコードを作り直すだけで、その方は入れなくなります。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「AIが勝手なことを書く」が起きない理由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返信はGoogleマップに残り続けます。取り返しがつかないからこそ、止まる仕組みを先に入れてあります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7218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全件が下書きで止まる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7218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自動公開は既定で切ってあります。人が押さないかぎり1件も出ません。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5002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返金や補償を約束しない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5002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金銭の判断はホテル様のものです。AIには書かせない制約を入れています。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7218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危ないクチコミは隔離する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7218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低評価、衛生・盗難・法的措置の主張、返金要求は「要確認」に分けます。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624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002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事実を作らない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いただいた情報にない設備・サービス・スタッフ名には触れません。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インドネシア語は現地の言い回しをAIに任せきれないため、自動公開の対象から外しています。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運用費は月額0円です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すべて無料枠に収まるよう設計しました。従量課金で青天井になる部分はありません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5603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algn="ctr" indent="0" marL="0">
              <a:buNone/>
            </a:pPr>
            <a:r>
              <a:rPr lang="en-US" sz="2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 / 月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ホテル様のご負担はありません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20240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画面の表示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データベース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クチコミと返信の保存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定期取得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毎時間の自動チェック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Google連携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クチコミの取得・返信の投稿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AI（返信案の作成）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月71件まで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983480" y="489204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AIの利用分は無料枠の範囲で自動的に停止します。上限に達してもクチコミの取得は続き、手動での返信は可能です。上限は毎月1日にリセットされます。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ご承認をいただいてから、約1か月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システムはすでに完成しています。待ち時間のほとんどはGoogle社の審査です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7510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751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完了済み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920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システムの開発・検証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画面、AIの返信生成、データベース、セキュリティまで構築と動作確認を終えています。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3405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93522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352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Google社へ利用申請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898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クチコミの取得・返信にはGoogle社の承認が必要です。申請はこちらで行います。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69417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89534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E7ECE6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95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数日〜数週間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3840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審査待ち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38587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Google社の審査期間です。この間、ホテル様にしていただくことはありません。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65429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85546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8554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承認後 30分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接続とお引き渡し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8188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Jungle様のアカウントで接続し、スタッフ用パスコードをお渡しします。当日から使えます。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ご承認いただけましたら、3点だけお願いします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110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Googleアカウントの確認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89280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ビジネスプロフィールを管理しているアカウントのメールアドレス。システムはHoshi Jungle様のアカウントで動かします。担当者が変わっても止まらない形にするためです。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11810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設定作業の代行可否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99816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ご希望の場合は leavesbali@gmail.com を管理者として追加していただきます。パスワードをお伺いすることはありません。いつでも解除できます。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32511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42885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返信に使う情報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4306824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署名の名前、低評価時のご連絡先、お客様に伝えたい魅力を2〜3つ。これがAIの書ける範囲になります。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1078992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— ご提案資料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Leaves Bali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Hoshi Jungle Review AI</dc:title>
  <dc:subject>PptxGenJS Presentation</dc:subject>
  <dc:creator>Leaves Bali</dc:creator>
  <cp:lastModifiedBy>Leaves Bali</cp:lastModifiedBy>
  <cp:revision>1</cp:revision>
  <dcterms:created xsi:type="dcterms:W3CDTF">2026-09-17T02:09:27Z</dcterms:created>
  <dcterms:modified xsi:type="dcterms:W3CDTF">2026-09-17T02:09:27Z</dcterms:modified>
</cp:coreProperties>
</file>